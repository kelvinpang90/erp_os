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4297680"/>
            <a:ext cx="109728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ERP for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Malaysian SMEs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MyInvois-ready · AI-powered · Multi-warehouse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purchase, sales, inventory and e-Invoice — built for Malaysia.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deck · 2026 · admin@demo.my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SMEs Struggle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is now mandatory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LHDN requires e-Invoice for all B2B and B2C from 2026. Manual submission is slow and easy to reject — risking penalties and audit exposure.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don't match reality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paper notes and disconnected POS create stock discrepancies. Customer-facing teams quote what they don't have.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entry burns hours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supplier invoices by hand wastes 2–3 hours per day per clerk and introduces costly typos in tax and price.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Closed Loops, One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· PO · OCR capture · Goods Receipt · Stock-in · Multi-currency settlement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· SO · Delivery · e-Invoice · Payment · Credit Note returns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/ MyInvois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· Validate · UIN · 72h reject window · Consolidated B2C · AI pre-check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PURCHASE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Flow — From Photo to Stock in Minutes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572768" cy="914400"/>
          </a:xfrm>
          <a:prstGeom prst="rect">
            <a:avLst/>
          </a:prstGeom>
          <a:solidFill>
            <a:srgbClr val="1677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supplier invoice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12848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OCR extracts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77056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confirm PO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41264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goods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7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5472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Stock-in posted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POs (MYR / USD / SGD / CNY) with exchange-rate snapshot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Goods Receipts — receive in multiple shipments per PO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Weighted-average cost auto-recalculated on every receipt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captures every state change, actor and timestamp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OCR Upload Page]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· SALES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Flow — Quote to Cash with Compliant e-Invoice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572768" cy="914400"/>
          </a:xfrm>
          <a:prstGeom prst="rect">
            <a:avLst/>
          </a:prstGeom>
          <a:solidFill>
            <a:srgbClr val="FA8C16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Sales Order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21408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12848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inventory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85616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77056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&amp; deliver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9824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41264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e-Invoice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14032" y="1417320"/>
            <a:ext cx="157276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A8C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50876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05472" y="187452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payment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6060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auto-reserved on SO confirmation; released on cancel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Delivery Orders supported (multiple shipments per SO)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draft auto-generated from SO; AI pre-check before submission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 flow for returns with weighted-average cost reversal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577840" y="260604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e-Invoice Detail]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Multi-Warehouse Inventory in 6 Dimensions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86868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 warehouse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17320"/>
            <a:ext cx="73152" cy="86868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by confirmed SO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41732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417320"/>
            <a:ext cx="73152" cy="868680"/>
          </a:xfrm>
          <a:prstGeom prst="rect">
            <a:avLst/>
          </a:prstGeom>
          <a:solidFill>
            <a:srgbClr val="F5222D"/>
          </a:solidFill>
          <a:ln w="12700">
            <a:solidFill>
              <a:srgbClr val="F522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Hold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QC / damaged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377440"/>
            <a:ext cx="73152" cy="86868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On-hand − Reserved − Hold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377440"/>
            <a:ext cx="73152" cy="868680"/>
          </a:xfrm>
          <a:prstGeom prst="rect">
            <a:avLst/>
          </a:prstGeom>
          <a:solidFill>
            <a:srgbClr val="0958D9"/>
          </a:solidFill>
          <a:ln w="12700">
            <a:solidFill>
              <a:srgbClr val="095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2900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open POs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2377440"/>
            <a:ext cx="2697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377440"/>
            <a:ext cx="73152" cy="868680"/>
          </a:xfrm>
          <a:prstGeom prst="rect">
            <a:avLst/>
          </a:prstGeom>
          <a:solidFill>
            <a:srgbClr val="722ED1"/>
          </a:solidFill>
          <a:ln w="12700">
            <a:solidFill>
              <a:srgbClr val="722E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4505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In-transit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27889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Inter-warehouse transfer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429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live warehouses out of the box: KL, Penang, JB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Inter-warehouse transfers with In-transit tracking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Safety-stock alerts with batch reorder suggestions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Compliance — Built In, Not Bolted 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state machine: Draft → Submitted → Validated → Final (or Rejected)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buyer rejection window auto-tracked by Celery Beat (10-min sweep)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B2C invoice generated within 7 days of month-end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Note flow handles returns and corrections, with audit linkage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pre-check covers TIN format, SST class, MSIC code, totals consistency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shrinks 72h → 72s for live demonstrations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Screenshot]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Features That Pay for Themselves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32004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91640"/>
            <a:ext cx="502920" cy="502920"/>
          </a:xfrm>
          <a:prstGeom prst="ellipse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OCR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 any supplier invoice. AI extracts items, quantities, prices and tax in 5 seconds. Save 80% of data-entry time.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73152" cy="3200400"/>
          </a:xfrm>
          <a:prstGeom prst="rect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0440" y="1691640"/>
            <a:ext cx="502920" cy="502920"/>
          </a:xfrm>
          <a:prstGeom prst="ellipse">
            <a:avLst/>
          </a:prstGeom>
          <a:solidFill>
            <a:srgbClr val="FA8C16"/>
          </a:solidFill>
          <a:ln w="12700">
            <a:solidFill>
              <a:srgbClr val="FA8C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e-Invoice Pre-check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submission, AI checks 10+ LHDN rules — TIN format, SST classification, MSIC code, amount consistency. Avoid LHDN rejection.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417320"/>
            <a:ext cx="73152" cy="3200400"/>
          </a:xfrm>
          <a:prstGeom prst="rect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691640"/>
            <a:ext cx="502920" cy="502920"/>
          </a:xfrm>
          <a:prstGeom prst="ellipse">
            <a:avLst/>
          </a:prstGeom>
          <a:solidFill>
            <a:srgbClr val="52C41A"/>
          </a:solidFill>
          <a:ln w="12700">
            <a:solidFill>
              <a:srgbClr val="52C4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03720" y="16733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Dashboard Brief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9360" y="228600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morning, AI summarises yesterday's sales, top SKUs, low-stock alerts and overdue invoices in one short brief.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Three-Layer Switch &amp; Graceful Degradation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(env): global hard kill-switch via AI_ENABLED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(org): per-organization master toggle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(feature): individual switches per AI feature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3-second timeout on every LLM call; fall back to rules / cache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Per-call cost logging with user + IP rate-limits and daily quotas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version-controlled in YAML with structured Pydantic responses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Screenshot]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FastAPI 0.115 (Python 3.12, async) + SQLAlchemy 2.0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18 + TypeScript 5 + Ant Design Pro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MySQL 8 + Redis 7 (cache / sessions / sequence / rate-limit)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Async: Celery 5.4 (default + AI queues, Beat scheduler)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Anthropic Claude API with Pydantic structured output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DevOps: Docker Compose · Nginx · Cloudflare · Sentry · UptimeRobot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Screenshot]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(15-min access + rotating refresh) and bcrypt-hashed passwords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control: Admin / Manager / Sales / Purchaser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ready: organization_id reserved on every business table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log on Orders, Invoices, Credit Notes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MySQL backup retained 7 days; manual export on demand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error tracking + UptimeRobot 5-minute health checks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577840" y="141732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 / Screenshot]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THE 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ERP OS vs the Alternatives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237744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B1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ERP (e.g. SQL Account)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(5-person co.)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5K+/mo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200/mo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299/mo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MyInvois 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Add-on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OCR / pre-check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included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Modern UI (web)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web + dark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7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— A 5-person Trading Company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60K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year on data entry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A8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24612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time reduction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69748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508760"/>
            <a:ext cx="2697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2C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03504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LHDN rejections after AI pre-check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ERP 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7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entry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hrs /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min /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count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e-Invoice rejection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Month-end close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— Sized for Your Business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staff · 1 warehouse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RM 299/mo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3 loops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MyInvois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AI feature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697480" cy="2743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20–100 staff · multi-warehouse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RM 899/mo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loops + reports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AI features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974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00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staff · multi-org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quote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29260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option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CSM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tiers include MyInvois compliance, audit log, RBAC and daily backup. Detailed proposal on request.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Live in 4 Weeks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2011680" cy="457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creation, master data import (SKU, suppliers, customers), warehouse mapping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50876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508760"/>
            <a:ext cx="2011680" cy="457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Purchase Loop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7889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onboarding, PO process training, supplier go-live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50876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508760"/>
            <a:ext cx="2011680" cy="457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Sales &amp; e-Invoice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27889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process, MyInvois TIN registration, AI pre-check tuning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508760"/>
            <a:ext cx="20116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508760"/>
            <a:ext cx="2011680" cy="4572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508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2148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 Handover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03720" y="27889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Cutover, daily standup, dashboard training, documentation handover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640080" cy="0"/>
          </a:xfrm>
          <a:prstGeom prst="line">
            <a:avLst/>
          </a:prstGeom>
          <a:noFill/>
          <a:ln w="38100">
            <a:solidFill>
              <a:srgbClr val="167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site refreshed every night at 03:00 MYT.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https://erp-demo.example.my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admin@demo.my  /  Admin@123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preset roles available: Admin · Manager · Sales · Purchaser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E5E7E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669280" y="141732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[Screenshot: Login Page]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9144000" cy="4572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4892040"/>
            <a:ext cx="5486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OS · 30-minute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63840" y="4892040"/>
            <a:ext cx="9144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677FF"/>
          </a:solidFill>
          <a:ln w="12700">
            <a:solidFill>
              <a:srgbClr val="1677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7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live demo today.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https://erp-demo.example.my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login: admin@demo.my  /  Admin@123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pengwenkai@hotmail.com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OS — 30 min</dc:title>
  <dc:subject>PptxGenJS Presentation</dc:subject>
  <dc:creator>ERP OS</dc:creator>
  <cp:lastModifiedBy>ERP OS</cp:lastModifiedBy>
  <cp:revision>1</cp:revision>
  <dcterms:created xsi:type="dcterms:W3CDTF">2026-05-11T03:10:09Z</dcterms:created>
  <dcterms:modified xsi:type="dcterms:W3CDTF">2026-05-11T03:10:09Z</dcterms:modified>
</cp:coreProperties>
</file>