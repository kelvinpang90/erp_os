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62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4297680"/>
            <a:ext cx="1097280" cy="73152"/>
          </a:xfrm>
          <a:prstGeom prst="rect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972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167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OS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为马来西亚中小企业</a:t>
            </a:r>
            <a:endParaRPr lang="en-US" sz="5400" dirty="0"/>
          </a:p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打造的现代化 ERP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640080" y="26974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MyInvois 原生 · AI 自动化 · 多仓库存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" y="33832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FD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采购、销售、库存、电子发票 一站式打通，专为本地老板而生。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42976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演示文档 · 2026 · admin@demo.my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67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痛点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老板今天的真实困境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78992"/>
            <a:ext cx="640080" cy="0"/>
          </a:xfrm>
          <a:prstGeom prst="line">
            <a:avLst/>
          </a:prstGeom>
          <a:noFill/>
          <a:ln w="38100">
            <a:solidFill>
              <a:srgbClr val="1677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2697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17320"/>
            <a:ext cx="73152" cy="3200400"/>
          </a:xfrm>
          <a:prstGeom prst="rect">
            <a:avLst/>
          </a:prstGeom>
          <a:solidFill>
            <a:srgbClr val="F5222D"/>
          </a:solidFill>
          <a:ln w="12700">
            <a:solidFill>
              <a:srgbClr val="F5222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691640"/>
            <a:ext cx="502920" cy="502920"/>
          </a:xfrm>
          <a:prstGeom prst="ellipse">
            <a:avLst/>
          </a:prstGeom>
          <a:solidFill>
            <a:srgbClr val="F5222D"/>
          </a:solidFill>
          <a:ln w="12700">
            <a:solidFill>
              <a:srgbClr val="F522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325880" y="167335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MyInvois 已经强制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2286000"/>
            <a:ext cx="2240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年起 LHDN 要求所有 B2B、B2C 全部走电子发票。手工提交慢、容易被退、还可能罚款。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46120" y="1417320"/>
            <a:ext cx="2697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46120" y="1417320"/>
            <a:ext cx="73152" cy="3200400"/>
          </a:xfrm>
          <a:prstGeom prst="rect">
            <a:avLst/>
          </a:prstGeom>
          <a:solidFill>
            <a:srgbClr val="FA8C16"/>
          </a:solidFill>
          <a:ln w="12700">
            <a:solidFill>
              <a:srgbClr val="FA8C1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20440" y="1691640"/>
            <a:ext cx="502920" cy="502920"/>
          </a:xfrm>
          <a:prstGeom prst="ellipse">
            <a:avLst/>
          </a:prstGeom>
          <a:solidFill>
            <a:srgbClr val="FA8C16"/>
          </a:solidFill>
          <a:ln w="12700">
            <a:solidFill>
              <a:srgbClr val="FA8C1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2044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114800" y="167335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账实不符天天发生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520440" y="2286000"/>
            <a:ext cx="2240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Excel、纸单、各家 POS 各管一套，仓库报数和实际对不上。销售报价时连有没有货都不知道。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035040" y="1417320"/>
            <a:ext cx="2697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35040" y="1417320"/>
            <a:ext cx="73152" cy="3200400"/>
          </a:xfrm>
          <a:prstGeom prst="rect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09360" y="1691640"/>
            <a:ext cx="502920" cy="502920"/>
          </a:xfrm>
          <a:prstGeom prst="ellipse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0936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903720" y="167335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手工录入烧人工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309360" y="2286000"/>
            <a:ext cx="2240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每张供应商发票手敲一遍，每个文员每天 2–3 小时白白没了，税率金额还经常打错。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OS · 5 分钟速览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863840" y="4892040"/>
            <a:ext cx="914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67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解决方案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三大闭环，一个平台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78992"/>
            <a:ext cx="640080" cy="0"/>
          </a:xfrm>
          <a:prstGeom prst="line">
            <a:avLst/>
          </a:prstGeom>
          <a:noFill/>
          <a:ln w="38100">
            <a:solidFill>
              <a:srgbClr val="1677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2697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17320"/>
            <a:ext cx="73152" cy="3200400"/>
          </a:xfrm>
          <a:prstGeom prst="rect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691640"/>
            <a:ext cx="502920" cy="502920"/>
          </a:xfrm>
          <a:prstGeom prst="ellipse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325880" y="167335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采购闭环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2286000"/>
            <a:ext cx="2240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供应商 · 采购单 · OCR 拍照录入 · 收货 · 入库 · 多币种结算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46120" y="1417320"/>
            <a:ext cx="2697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46120" y="1417320"/>
            <a:ext cx="73152" cy="3200400"/>
          </a:xfrm>
          <a:prstGeom prst="rect">
            <a:avLst/>
          </a:prstGeom>
          <a:solidFill>
            <a:srgbClr val="FA8C16"/>
          </a:solidFill>
          <a:ln w="12700">
            <a:solidFill>
              <a:srgbClr val="FA8C1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20440" y="1691640"/>
            <a:ext cx="502920" cy="502920"/>
          </a:xfrm>
          <a:prstGeom prst="ellipse">
            <a:avLst/>
          </a:prstGeom>
          <a:solidFill>
            <a:srgbClr val="FA8C16"/>
          </a:solidFill>
          <a:ln w="12700">
            <a:solidFill>
              <a:srgbClr val="FA8C1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2044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114800" y="167335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销售闭环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520440" y="2286000"/>
            <a:ext cx="2240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客户 · 销售单 · 发货 · 电子发票 · 回款 · 退货 Credit Note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035040" y="1417320"/>
            <a:ext cx="2697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35040" y="1417320"/>
            <a:ext cx="73152" cy="3200400"/>
          </a:xfrm>
          <a:prstGeom prst="rect">
            <a:avLst/>
          </a:prstGeom>
          <a:solidFill>
            <a:srgbClr val="52C41A"/>
          </a:solidFill>
          <a:ln w="12700">
            <a:solidFill>
              <a:srgbClr val="52C41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09360" y="1691640"/>
            <a:ext cx="502920" cy="502920"/>
          </a:xfrm>
          <a:prstGeom prst="ellipse">
            <a:avLst/>
          </a:prstGeom>
          <a:solidFill>
            <a:srgbClr val="52C41A"/>
          </a:solidFill>
          <a:ln w="12700">
            <a:solidFill>
              <a:srgbClr val="52C4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0936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903720" y="167335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电子发票 MyInvois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309360" y="2286000"/>
            <a:ext cx="2240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提交 · 验证 · UIN · 72 小时反对期 · 月末汇总 · AI 预校验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OS · 5 分钟速览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863840" y="4892040"/>
            <a:ext cx="914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67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亮点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三大 AI 亮点 立竿见影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78992"/>
            <a:ext cx="640080" cy="0"/>
          </a:xfrm>
          <a:prstGeom prst="line">
            <a:avLst/>
          </a:prstGeom>
          <a:noFill/>
          <a:ln w="38100">
            <a:solidFill>
              <a:srgbClr val="1677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2697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17320"/>
            <a:ext cx="73152" cy="3200400"/>
          </a:xfrm>
          <a:prstGeom prst="rect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691640"/>
            <a:ext cx="502920" cy="502920"/>
          </a:xfrm>
          <a:prstGeom prst="ellipse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325880" y="167335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采购单 OCR 录入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2286000"/>
            <a:ext cx="2240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供应商发票拍一张照，AI 5 秒抽出商品、数量、单价、税率，录入工时直接砍掉 80%。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46120" y="1417320"/>
            <a:ext cx="2697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46120" y="1417320"/>
            <a:ext cx="73152" cy="3200400"/>
          </a:xfrm>
          <a:prstGeom prst="rect">
            <a:avLst/>
          </a:prstGeom>
          <a:solidFill>
            <a:srgbClr val="FA8C16"/>
          </a:solidFill>
          <a:ln w="12700">
            <a:solidFill>
              <a:srgbClr val="FA8C1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20440" y="1691640"/>
            <a:ext cx="502920" cy="502920"/>
          </a:xfrm>
          <a:prstGeom prst="ellipse">
            <a:avLst/>
          </a:prstGeom>
          <a:solidFill>
            <a:srgbClr val="FA8C16"/>
          </a:solidFill>
          <a:ln w="12700">
            <a:solidFill>
              <a:srgbClr val="FA8C1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2044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114800" y="167335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电子发票预校验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520440" y="2286000"/>
            <a:ext cx="2240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提交前 AI 先跑 10 多条 LHDN 规则——TIN 格式、SST 分类、MSIC 码、金额一致性，避免被 LHDN 退回。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035040" y="1417320"/>
            <a:ext cx="2697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35040" y="1417320"/>
            <a:ext cx="73152" cy="3200400"/>
          </a:xfrm>
          <a:prstGeom prst="rect">
            <a:avLst/>
          </a:prstGeom>
          <a:solidFill>
            <a:srgbClr val="52C41A"/>
          </a:solidFill>
          <a:ln w="12700">
            <a:solidFill>
              <a:srgbClr val="52C41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09360" y="1691640"/>
            <a:ext cx="502920" cy="502920"/>
          </a:xfrm>
          <a:prstGeom prst="ellipse">
            <a:avLst/>
          </a:prstGeom>
          <a:solidFill>
            <a:srgbClr val="52C41A"/>
          </a:solidFill>
          <a:ln w="12700">
            <a:solidFill>
              <a:srgbClr val="52C4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0936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903720" y="167335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日报摘要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309360" y="2286000"/>
            <a:ext cx="2240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每天早上自动生成昨日销售、热销 SKU、低库存预警、逾期账款一段话看完。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OS · 5 分钟速览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863840" y="4892040"/>
            <a:ext cx="914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67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现场演示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78992"/>
            <a:ext cx="640080" cy="0"/>
          </a:xfrm>
          <a:prstGeom prst="line">
            <a:avLst/>
          </a:prstGeom>
          <a:noFill/>
          <a:ln w="38100">
            <a:solidFill>
              <a:srgbClr val="1677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17320"/>
            <a:ext cx="50292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在线演示站点每天凌晨 3 点（马来时间）自动重置。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网址：https://erp-demo.example.my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登录：admin@demo.my  /  Admin@123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个预设角色任选：Admin · Manager · Sales · Purchaser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0" y="1417320"/>
            <a:ext cx="3017520" cy="3108960"/>
          </a:xfrm>
          <a:prstGeom prst="rect">
            <a:avLst/>
          </a:prstGeom>
          <a:solidFill>
            <a:srgbClr val="F5F7FA"/>
          </a:solidFill>
          <a:ln w="12700">
            <a:solidFill>
              <a:srgbClr val="E5E7EB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5669280" y="1417320"/>
            <a:ext cx="30175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[Screenshot: Login Page]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OS · 5 分钟速览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863840" y="4892040"/>
            <a:ext cx="914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377440"/>
            <a:ext cx="9144000" cy="45720"/>
          </a:xfrm>
          <a:prstGeom prst="rect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554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167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讨论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24688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&amp; A 提问交流</a:t>
            </a:r>
            <a:endParaRPr lang="en-US" sz="60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OS · 5 分钟速览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863840" y="4892040"/>
            <a:ext cx="914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ERP OS — 5 min</dc:title>
  <dc:subject>PptxGenJS Presentation</dc:subject>
  <dc:creator>ERP OS</dc:creator>
  <cp:lastModifiedBy>ERP OS</cp:lastModifiedBy>
  <cp:revision>1</cp:revision>
  <dcterms:created xsi:type="dcterms:W3CDTF">2026-05-11T03:10:09Z</dcterms:created>
  <dcterms:modified xsi:type="dcterms:W3CDTF">2026-05-11T03:10:09Z</dcterms:modified>
</cp:coreProperties>
</file>