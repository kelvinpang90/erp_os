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4297680"/>
            <a:ext cx="109728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ERP for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SMEs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MyInvois-ready · AI-powered · Multi-warehouse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purchase, sales, inventory and e-Invoice — built for Malaysia.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deck · 2026 · admin@demo.my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SMEs Struggle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F5222D"/>
          </a:solidFill>
          <a:ln w="12700">
            <a:solidFill>
              <a:srgbClr val="F522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F5222D"/>
          </a:solidFill>
          <a:ln w="12700">
            <a:solidFill>
              <a:srgbClr val="F522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 is now mandatory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LHDN requires e-Invoice for all B2B and B2C from 2026. Manual submission is slow and easy to reject — risking penalties and audit exposure.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73152" cy="320040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don't match reality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Spreadsheets, paper notes and disconnected POS create stock discrepancies. Customer-facing teams quote what they don't have.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73152" cy="32004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entry burns hours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supplier invoices by hand wastes 2–3 hours per day per clerk and introduces costly typos in tax and price.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5-minute Overview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Closed Loops, One Platform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· PO · OCR capture · Goods Receipt · Stock-in · Multi-currency settlement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73152" cy="320040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SO · Delivery · e-Invoice · Payment · Credit Note returns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73152" cy="320040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e-Invoice / MyInvois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· Validate · UIN · 72h reject window · Consolidated B2C · AI pre-check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5-minute Overview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HIGHLIGHTS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Features That Pay for Themselves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OCR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any supplier invoice. AI extracts items, quantities, prices and tax in 5 seconds. Save 80% of data-entry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73152" cy="320040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e-Invoice Pre-check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submission, AI checks 10+ LHDN rules — TIN format, SST classification, MSIC code, amount consistency. Avoid LHDN rejection.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73152" cy="320040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Dashboard Brief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morning, AI summarises yesterday's sales, top SKUs, low-stock alerts and overdue invoices in one short brief.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5-minute Overview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site refreshed every night at 03:00 MYT.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https://erp-demo.example.my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admin@demo.my  /  Admin@123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preset roles available: Admin · Manager · Sales · Purchaser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417320"/>
            <a:ext cx="301752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669280" y="14173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Login Page]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5-minute Overview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9144000" cy="4572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5-minute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OS — 5 min</dc:title>
  <dc:subject>PptxGenJS Presentation</dc:subject>
  <dc:creator>ERP OS</dc:creator>
  <cp:lastModifiedBy>ERP OS</cp:lastModifiedBy>
  <cp:revision>1</cp:revision>
  <dcterms:created xsi:type="dcterms:W3CDTF">2026-05-11T03:10:09Z</dcterms:created>
  <dcterms:modified xsi:type="dcterms:W3CDTF">2026-05-11T03:10:09Z</dcterms:modified>
</cp:coreProperties>
</file>