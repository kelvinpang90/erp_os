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为马来西亚中小企业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打造的现代化 ERP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原生 · AI 自动化 · 多仓库存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采购、销售、库存、电子发票 一站式打通，专为本地老板而生。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演示文档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老板今天的真实困境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已经强制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年起 LHDN 要求所有 B2B、B2C 全部走电子发票。手工提交慢、容易被退、还可能罚款。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账实不符天天发生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Excel、纸单、各家 POS 各管一套，仓库报数和实际对不上。销售报价时连有没有货都不知道。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手工录入烧人工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每张供应商发票手敲一遍，每个文员每天 2–3 小时白白没了，税率金额还经常打错。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三大闭环，一个平台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 · 采购单 · OCR 拍照录入 · 收货 · 入库 · 多币种结算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销售闭环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· 销售单 · 发货 · 电子发票 · 回款 · 退货 Credit Note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· 验证 · UIN · 72 小时反对期 · 月末汇总 · AI 预校验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 · 采购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采购闭环 拍照即可入库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1677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拍供应商发票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抽取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审核确认 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到货收货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入库完成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多币种采购单（MYR / USD / SGD / CNY），创建时锁定汇率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支持部分收货：一张 PO 多次到货分别入库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加权平均成本每次收货自动重算，财务不用人肉加减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全程审计日志：谁改了什么、什么时候改的，一查就到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OCR Upload Page]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 · 销售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销售闭环 从下单到回款 一气呵成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FA8C1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创建销售单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锁定库存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发货出库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生成电子发票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确认回款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销售单一确认就锁库存，取消时自动释放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支持部分发货：一张 SO 多次出库分别开 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电子发票自动从 SO 生成草稿，提交前 AI 预校验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退货走 Credit Note，自动按当时成本回退库存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e-Invoice Detail]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多仓 6 维库存 一眼看清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86868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实物在仓库里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86868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已锁定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 SO 占用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86868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质检挂起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质检中或损坏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 − 已锁 − 挂起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377440"/>
            <a:ext cx="73152" cy="868680"/>
          </a:xfrm>
          <a:prstGeom prst="rect">
            <a:avLst/>
          </a:prstGeom>
          <a:solidFill>
            <a:srgbClr val="0958D9"/>
          </a:solidFill>
          <a:ln w="12700">
            <a:solidFill>
              <a:srgbClr val="095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在途采购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未到货 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377440"/>
            <a:ext cx="73152" cy="868680"/>
          </a:xfrm>
          <a:prstGeom prst="rect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调拨在途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仓间调拨中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默认开通三个仓：吉隆坡总仓、槟城分仓、新山分仓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仓间调拨全程跟踪，调拨在途一目了然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安全库存预警 + AI 批量补货建议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深入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电子发票合规 出厂自带 不是外挂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完整状态机：Draft → Submitted → Validated → Final（或 Rejected）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小时反对期 Celery Beat 每 10 分钟自动扫描跟进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月末 7 天内自动生成 Consolidated 汇总发票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退货 / 修正走 Credit Note，与原发票审计链路打通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预校验涵盖 TIN 格式、SST 分类、MSIC 码、金额一致性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模式将 72 小时压缩为 72 秒，演示效果好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 AI 亮点 立竿见影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采购单 OCR 录入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供应商发票拍一张照，AI 5 秒抽出商品、数量、单价、税率，录入工时直接砍掉 80%。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电子发票预校验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提交前 AI 先跑 10 多条 LHDN 规则——TIN 格式、SST 分类、MSIC 码、金额一致性，避免被 LHDN 退回。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日报摘要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每天早上自动生成昨日销售、热销 SKU、低库存预警、逾期账款一段话看完。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工程化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三层开关 + 优雅降级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1（env）：全局硬开关 AI_ENABLED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2（组织）：每个组织主开关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3（功能）：每个 AI 功能独立开关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LLM 调用 3 秒硬超时，自动降级到硬规则或缓存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每次调用记录成本，IP + 用户级限流，按日配额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用 YAML 版本化，返回 Pydantic 结构化校验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技术架构一览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后端：FastAPI 0.115（Python 3.12 异步）+ SQLAlchemy 2.0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前端：React 18 + TypeScript 5 + Ant Design Pro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数据：MySQL 8 + Redis 7（缓存 / 会话 / 序号 / 限流）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异步：Celery 5.4（默认队列 + AI 队列，Beat 定时器）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AI：Anthropic Claude API，Pydantic 结构化输出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运维：Docker Compose · Nginx · Cloudflare · Sentry · UptimeRobot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与 合规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认证（15 分钟 access + 滚动 refresh），密码 bcrypt 加盐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角色权限：Admin / Manager / Sales / Purchaser 四档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多租户预留：所有业务表带 organization_id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 / 发票 / Credit Note 三张表追加式审计日志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每天自动 MySQL 备份，保留 7 天，按需手动导出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错误追踪 + UptimeRobot 5 分钟探活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对比同类产品 ERP OS 的优势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37744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 ERP（如 SQL Account）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价格（5 人公司）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5K+/月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200/月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299/月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MyInvois 原生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插件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部分支持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原生支持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OCR / 预校验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现代化 UI（Web）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仅桌面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+ 深色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实施周期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个月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算账 5 人贸易公司案例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6 万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每年节省录入工时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节省录入时间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预校验后被退回数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 ERP 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 ERP OS 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发票录入耗时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每天 3 小时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每天 30 分钟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盘点准确率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电子发票被退率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月结时间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 按规模选档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人 · 单仓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299/月 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核心三大闭环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项 AI 功能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邮件支持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2743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人 · 多仓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899/月 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全闭环 + 报表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3 项 AI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优先支持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人 · 多组织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定制报价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定制集成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本地部署可选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专属客户经理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所有版本均包含 MyInvois 合规、审计日志、角色权限和每日备份。详细方案另出 Proposal。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实施路线 4 周上线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 与 准备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开账号、导主数据（SKU、供应商、客户）、对仓库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 · 采购闭环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培训、PO 流程跑通、首家供应商上线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 · 销售 + 电子发票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流程、MyInvois TIN 注册、AI 预校验调优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正式上线 与 交付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切换、每日站会、Dashboard 培训、文档交接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在线演示站点每天凌晨 3 点（马来时间）自动重置。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网址：https://erp-demo.example.my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登录：admin@demo.my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个预设角色任选：Admin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讨论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提问交流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 分钟深度版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谢谢观看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立即试用在线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在线演示：https://erp-demo.example.my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演示账号：admin@demo.my  /  Admin@123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联系方式：pengwenkai@hotmail.com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30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